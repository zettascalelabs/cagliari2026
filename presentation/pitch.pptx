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Zenoh Challenge — Pitch</dc:title>
  <dc:subject>A short pitch deck for the Cagliari 2026 hackathon track</dc:subject>
  <dc:creator>Mikhail ILIN, Ivan PAEZ</dc:creator>
  <cp:lastModifiedBy>Mikhail ILIN, Ivan PAEZ</cp:lastModifiedBy>
  <cp:revision>1</cp:revision>
  <dcterms:created xsi:type="dcterms:W3CDTF">2026-06-30T08:05:38Z</dcterms:created>
  <dcterms:modified xsi:type="dcterms:W3CDTF">2026-06-30T08:05:38Z</dcterms:modified>
</cp:coreProperties>
</file>